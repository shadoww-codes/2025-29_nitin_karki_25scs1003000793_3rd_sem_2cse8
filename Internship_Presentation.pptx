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 &amp; Project Summary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Skill Development &amp; Future Tech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80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Karki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(AIML) – IILM University, Greater Noida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 – 19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one-month, task-based Data Science internship focused on building practical skills across the full data science workflow — from raw data to actionable insight.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23317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88036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duration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23317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12080" y="2468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on track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143000"/>
            <a:ext cx="4023360" cy="4480560"/>
          </a:xfrm>
          <a:prstGeom prst="roundRect">
            <a:avLst>
              <a:gd name="adj" fmla="val 2273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21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Skill Development &amp; Future Tech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679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29352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3392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36484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Online, task-based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4105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43616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 – 19 Sept 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818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THX-AUG2026-411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105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process, and visualize raw datasets.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8105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supervised ML algorithms to predict outcomes.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136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patterns and trends through statistics &amp; visuals.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5661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practice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9136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workflow end-to-end on a real dataset.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85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Visualization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 raw dataset to clean, process, and visualize insights.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57607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5760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685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1155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values, outliers &amp; duplicates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1947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8013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Pandas, Matplotlib &amp; Seaborn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26334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4871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dashboards &amp; visual reports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474720"/>
            <a:ext cx="7086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09160" y="3657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977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data preprocessing, visualization, and storytelling with data.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85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Modeling Using ML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model to predict outcomes based on given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57607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5760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685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1155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Regression, Decision Trees &amp; Random Forest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1947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8013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models for accuracy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26334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4871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performance via confusion matrix &amp; ROC curve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474720"/>
            <a:ext cx="7086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09160" y="3657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977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experience in supervised learning and model evaluation.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85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a dataset to uncover patterns and trends.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57607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5760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685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1155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statistical summaries and visualizations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1947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8013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correlations &amp; key influencing factors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26334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4871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insights in a structured report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474720"/>
            <a:ext cx="7086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09160" y="3657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977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analytical thinking and data exploration skills.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85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972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Domain-Specific Applied Project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1280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30175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 domain-specific dataset for applied, end-to-end learning.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576072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57607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SUCCESSFULLY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6858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2618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1155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dataset (stock prices, patient records, sales data)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19476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8013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end-to-end data analysis and prediction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434840" y="26334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48716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findings with visualizations &amp; conclusions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3474720"/>
            <a:ext cx="7086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09160" y="3657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9776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skills in real-world contexts.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 used across all four projects.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preprocessing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Jn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3C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114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114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&amp; ROC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techniques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6537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–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206240" cy="42062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&amp; Certification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99616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3533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in data preprocessing, cleaning &amp; visualization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066544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19202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supervised machine learning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4871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analytical &amp; data exploration skills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05409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apply data science end-to-end on real problems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136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certificate issued by Thiranex on successful completion of the internship.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622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THX-AUG2026-411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417320"/>
            <a:ext cx="4663440" cy="333756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/home/claude/ppt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554480"/>
            <a:ext cx="4389120" cy="30632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5806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Karki  •  B.Tech CSE (AIML)  •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2026-09-20T10:16:33Z</dcterms:created>
  <dcterms:modified xsi:type="dcterms:W3CDTF">2026-09-20T10:16:33Z</dcterms:modified>
</cp:coreProperties>
</file>